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86" r:id="rId4"/>
    <p:sldId id="293" r:id="rId5"/>
    <p:sldId id="285" r:id="rId6"/>
    <p:sldId id="292" r:id="rId7"/>
    <p:sldId id="291" r:id="rId8"/>
    <p:sldId id="271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168" y="42"/>
      </p:cViewPr>
      <p:guideLst>
        <p:guide orient="horz" pos="158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2d33fbab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2d33fbab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2d33fbab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2d33fbab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C764DE79-268F-4C1A-8933-263129D2AF90}" type="datetimeFigureOut">
              <a:rPr lang="en-US" dirty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290600" y="342100"/>
            <a:ext cx="6562800" cy="10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 panose="02020603050405020304"/>
              <a:buNone/>
            </a:pPr>
            <a:r>
              <a:rPr lang="en-GB" sz="1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SCHOOL OF ENGINEERING</a:t>
            </a:r>
            <a:endParaRPr sz="15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 panose="02020603050405020304"/>
              <a:buNone/>
            </a:pPr>
            <a:r>
              <a:rPr lang="en-GB" sz="1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endParaRPr sz="15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CHENNAI-602105</a:t>
            </a:r>
            <a:endParaRPr sz="15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3125" y="14605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Undercomplete Autoencoders and Regularized Autoencoders</a:t>
            </a:r>
          </a:p>
          <a:p>
            <a:pPr algn="ctr"/>
            <a:endParaRPr lang="en-US" altLang="en-US" sz="18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95880" y="2520315"/>
            <a:ext cx="4499610" cy="71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MLA0408</a:t>
            </a:r>
            <a:r>
              <a:rPr lang="en-IN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 </a:t>
            </a:r>
            <a:r>
              <a:rPr lang="en-US" altLang="en-IN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 Learning with Application</a:t>
            </a:r>
            <a:endParaRPr lang="en-US" altLang="en-IN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080961" y="3078531"/>
            <a:ext cx="2902764" cy="1758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Hema Sai Siddartha (192325036) </a:t>
            </a: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5400" y="82900"/>
            <a:ext cx="849194" cy="10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888973" y="135699"/>
            <a:ext cx="1022001" cy="9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462915" y="3240405"/>
            <a:ext cx="1793240" cy="1410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/>
                <a:ea typeface="Calibri" panose="020F0502020204030204"/>
                <a:cs typeface="Calibri" panose="020F0502020204030204"/>
                <a:sym typeface="+mn-ea"/>
              </a:rPr>
              <a:t>SIMATS Engineering</a:t>
            </a:r>
            <a:endParaRPr lang="en-GB" dirty="0">
              <a:latin typeface="Times New Roman" panose="02020603050405020304"/>
              <a:cs typeface="Times New Roman" panose="02020603050405020304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84" y="1152524"/>
            <a:ext cx="8330695" cy="5850159"/>
          </a:xfrm>
        </p:spPr>
        <p:txBody>
          <a:bodyPr>
            <a:normAutofit fontScale="90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Autoencoders are neural networks trained to reconstruct their own input through a compressed internal representation.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consist of three main parts: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– maps the input to a latent 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Representation (Bottleneck)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 – reconstructs the input from the latent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important variants are covered in this presentation: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Undercomplete Autoencoders – restrict the latent size to force compact learning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Regularized Autoencoders – add a penalty term to the loss to encourage useful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learn low-dimensional, meaningful features useful for dimensionality reduction and feature learning.</a:t>
            </a:r>
          </a:p>
        </p:txBody>
      </p:sp>
      <p:pic>
        <p:nvPicPr>
          <p:cNvPr id="10" name="Picture 9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ge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145" y="281940"/>
            <a:ext cx="98996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Undercomplete Autoencoder –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84" y="1152524"/>
            <a:ext cx="8330695" cy="5850159"/>
          </a:xfrm>
        </p:spPr>
        <p:txBody>
          <a:bodyPr>
            <a:normAutofit fontScale="90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Undercomplete Autoencoder has a latent (bottleneck) layer smaller than the input layer: latent dimension &lt; input dimension.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Input → Encoder → Compressed Latent Code → Decoder → Reconstructed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maps the high-dimensional input into a lower-dimensional latent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maps the latent code back into the original input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small bottleneck forces the network to retain only the most important patterns in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explicit regularization term is needed — the size restriction alone prevents the network from simply copying the input.</a:t>
            </a:r>
          </a:p>
        </p:txBody>
      </p:sp>
      <p:pic>
        <p:nvPicPr>
          <p:cNvPr id="10" name="Picture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ge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81940"/>
            <a:ext cx="98996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Encoding, Decoding &amp; Reconstruction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84" y="1152524"/>
            <a:ext cx="8330695" cy="5850159"/>
          </a:xfrm>
        </p:spPr>
        <p:txBody>
          <a:bodyPr>
            <a:normAutofit fontScale="97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Encoding: h = f(x) — the input x is compressed into a latent code 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Decoding: x̂ = g(h) — the decoder produces a reconstruction x̂ of the input from 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Loss L(x, x̂) measures how close the output is to the original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loss functions: Mean Squared Error for continuous data, Binary Cross-Entropy for normalized/binary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minimizes reconstruction loss across the dataset so the network learns efficient latent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bottleneck is small, the network cannot memorize the input — it must learn compressed, informative representations.</a:t>
            </a:r>
          </a:p>
        </p:txBody>
      </p:sp>
      <p:pic>
        <p:nvPicPr>
          <p:cNvPr id="10" name="Picture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ge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81940"/>
            <a:ext cx="98996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174" y="289962"/>
            <a:ext cx="5423352" cy="83805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 &amp; Feature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84" y="1152524"/>
            <a:ext cx="8330695" cy="5850159"/>
          </a:xfrm>
        </p:spPr>
        <p:txBody>
          <a:bodyPr>
            <a:normAutofit fontScale="90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bottleneck layer forces the network to discover the most important underlying factors of variation in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linear activations and MSE loss, an undercomplete autoencoder learns a subspace equivalent to PCA (Principal Component Analysis).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non-linear activations, it can capture more complex, non-linear structure than PCA.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latent code becomes a compact feature representation useful for visualization, clustering, or downstream classifiers.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image compression, anomaly detection, pretraining feature extractors, and denoising-free representation learning.</a:t>
            </a:r>
          </a:p>
        </p:txBody>
      </p:sp>
      <p:pic>
        <p:nvPicPr>
          <p:cNvPr id="10" name="Picture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ge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81940"/>
            <a:ext cx="98996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Undercomplete vs Regularized Autoencoders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84" y="1152524"/>
            <a:ext cx="8330695" cy="5850159"/>
          </a:xfrm>
        </p:spPr>
        <p:txBody>
          <a:bodyPr>
            <a:normAutofit fontScale="97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Undercomplete Autoencoder: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Restricts the size of the bottleneck layer to force compact encoding.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Regularized Autoencoder: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penalty term in the loss instead of restricting the layer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Undercomplete Autoencoder: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a linear or non-linear subspace similar to PCA.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Regularized Autoencoder: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overcomplete and still learn useful features due to the added penalty.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Undercomplete Autoencoder: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suited for straightforward dimensionality reduction.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Regularized Autoencoder: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suited for robust, sparse, or noise-resistant feature learning.</a:t>
            </a:r>
          </a:p>
        </p:txBody>
      </p:sp>
      <p:pic>
        <p:nvPicPr>
          <p:cNvPr id="10" name="Picture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ge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81940"/>
            <a:ext cx="98996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84" y="1152524"/>
            <a:ext cx="8330695" cy="5850159"/>
          </a:xfrm>
        </p:spPr>
        <p:txBody>
          <a:bodyPr>
            <a:normAutofit fontScale="90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Undercomplete Autoencoders achieve dimensionality reduction by restricting the size of the latent bottleneck layer.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Regularized Autoencoders achieve useful feature learning by adding a penalty term to the loss function, even without a small bottleneck.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approaches minimize reconstruction loss while encouraging the network to learn compact, meaningful representations instead of copying the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choice depends on the task: undercomplete models for simple compression, regularized models when sparsity, robustness, or an overcomplete latent space is needed.</a:t>
            </a:r>
          </a:p>
        </p:txBody>
      </p:sp>
      <p:pic>
        <p:nvPicPr>
          <p:cNvPr id="10" name="Picture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ge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81940"/>
            <a:ext cx="98996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5400" y="82900"/>
            <a:ext cx="797025" cy="97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888973" y="135699"/>
            <a:ext cx="1022001" cy="9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2905604" y="2066587"/>
            <a:ext cx="3218470" cy="65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 !</a:t>
            </a:r>
            <a:endParaRPr sz="3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634</Words>
  <Application>Microsoft Office PowerPoint</Application>
  <PresentationFormat>On-screen Show (16:9)</PresentationFormat>
  <Paragraphs>51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Simple Light</vt:lpstr>
      <vt:lpstr>SIMATS SCHOOL OF ENGINEERING SAVEETHA INSTITUTE OF MEDICAL AND TECHNICAL SCIENCES CHENNAI-602105</vt:lpstr>
      <vt:lpstr>Introduction</vt:lpstr>
      <vt:lpstr>Undercomplete Autoencoder – Architecture</vt:lpstr>
      <vt:lpstr>Encoding, Decoding &amp; Reconstruction Loss</vt:lpstr>
      <vt:lpstr>Dimensionality Reduction &amp; Feature Learning</vt:lpstr>
      <vt:lpstr>Comparison: Undercomplete vs Regularized Autoencoders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SCHOOL OF ENGINEERING SAVEETHA INSTITUTE OF MEDICAL AND TECHNICAL SCIENCES CHENNAI-602105</dc:title>
  <dc:creator>hp</dc:creator>
  <cp:lastModifiedBy>Hema sai Siddartha</cp:lastModifiedBy>
  <cp:revision>23</cp:revision>
  <dcterms:created xsi:type="dcterms:W3CDTF">2026-01-22T13:37:00Z</dcterms:created>
  <dcterms:modified xsi:type="dcterms:W3CDTF">2026-08-27T03:30:01Z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5BD4ACDF81DC48B7B54FD30B958FC51A_13</vt:lpwstr>
  </property>
  <property fmtid="{D5CDD505-2E9C-101B-9397-08002B2CF9AE}" pid="3" name="KSOProductBuildVer">
    <vt:lpwstr>1033-12.2.0.23196</vt:lpwstr>
  </property>
</Properties>
</file>